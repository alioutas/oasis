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0e40a9273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0e40a9273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4488" y="152400"/>
            <a:ext cx="4655026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035" y="0"/>
            <a:ext cx="514992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